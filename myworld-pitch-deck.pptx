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0372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372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0372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0372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2376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22376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2376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2376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2376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4380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4380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380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86384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8388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8388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8388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8388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50392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0392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0392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823960" y="27432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823960" y="109728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823960" y="192024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823960" y="274320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3566160"/>
            <a:ext cx="54864" cy="54864"/>
          </a:xfrm>
          <a:prstGeom prst="ellipse">
            <a:avLst/>
          </a:prstGeom>
          <a:solidFill>
            <a:srgbClr val="00C4FF">
              <a:alpha val="25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32320" y="-1371600"/>
            <a:ext cx="3200400" cy="3200400"/>
          </a:xfrm>
          <a:prstGeom prst="ellipse">
            <a:avLst/>
          </a:prstGeom>
          <a:solidFill>
            <a:srgbClr val="00C4FF">
              <a:alpha val="12000"/>
            </a:srgbClr>
          </a:solidFill>
          <a:ln w="12700">
            <a:solidFill>
              <a:srgbClr val="00C4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48640"/>
            <a:ext cx="5943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spc="-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</a:t>
            </a:r>
            <a:endParaRPr lang="en-US" sz="8000" dirty="0"/>
          </a:p>
        </p:txBody>
      </p:sp>
      <p:sp>
        <p:nvSpPr>
          <p:cNvPr id="45" name="Shape 43"/>
          <p:cNvSpPr/>
          <p:nvPr/>
        </p:nvSpPr>
        <p:spPr>
          <a:xfrm>
            <a:off x="640080" y="1691640"/>
            <a:ext cx="3200400" cy="0"/>
          </a:xfrm>
          <a:prstGeom prst="line">
            <a:avLst/>
          </a:prstGeom>
          <a:noFill/>
          <a:ln w="38100">
            <a:solidFill>
              <a:srgbClr val="00C4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Sui-native social platform for athletes &amp; fans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40080" y="251460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verifiable athlete-fan relationships.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Sui blockchain and Walrus decentralized storage.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640080" y="3474720"/>
            <a:ext cx="3108960" cy="384048"/>
          </a:xfrm>
          <a:prstGeom prst="rect">
            <a:avLst>
              <a:gd name="adj" fmla="val 19048"/>
            </a:avLst>
          </a:prstGeom>
          <a:solidFill>
            <a:srgbClr val="00C4FF">
              <a:alpha val="18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347472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x ONE Samurai  ·  Tokyo  ·  April 2026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40233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Category: Applications that help athletes connect with their fans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built the audience.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own the fans.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4572000" cy="0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755648"/>
            <a:ext cx="2743200" cy="26060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75564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38912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Ownership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8912" y="281635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audiences live inside Instagram, Twitter, or YouTube — the platform decides who sees what.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1755648"/>
            <a:ext cx="2743200" cy="26060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175564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364992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Dependency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64992" y="281635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disappear at the algorithm's discretion. Reach is rented, not owned.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755648"/>
            <a:ext cx="2743200" cy="26060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755648"/>
            <a:ext cx="27432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1920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291072" y="24505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Verifiable Proof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91072" y="2816352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cryptographic record of who follows, who engaged, or who is a real fan.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74320" y="44805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athlete is the product. They deserve to own the relationship."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274320" y="1389888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Sui-native social platform that helps athletes build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direct, verifiable relationships with their fans.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457200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331720"/>
            <a:ext cx="36576" cy="47548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2578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stored on Walrus — censorship resistant, permanently available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081528"/>
            <a:ext cx="36576" cy="47548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081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VERIFIABLE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33284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follow, like, and message is a Sui blockchain transaction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831336"/>
            <a:ext cx="36576" cy="475488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3133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407822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own their fan graph — not a platform, not an algorithm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0" y="457200"/>
            <a:ext cx="3383280" cy="4206240"/>
          </a:xfrm>
          <a:prstGeom prst="rect">
            <a:avLst/>
          </a:prstGeom>
          <a:solidFill>
            <a:srgbClr val="131630"/>
          </a:solidFill>
          <a:ln w="6350">
            <a:solidFill>
              <a:srgbClr val="00C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0" y="457200"/>
            <a:ext cx="338328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23560" y="6400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ONE Championship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Athletes &amp; Their Fans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623560" y="1508760"/>
            <a:ext cx="292608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164592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33872" y="16184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profiles with on-chain identity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23560" y="2084832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20574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stored on Walrus (decentralized)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23560" y="2523744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24963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/ unfollow — on Sui chain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623560" y="2962656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293522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Like, comment, direct message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23560" y="3401568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33872" y="337413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623560" y="3840480"/>
            <a:ext cx="109728" cy="109728"/>
          </a:xfrm>
          <a:prstGeom prst="ellipse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38130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live on Sui Testnet today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athlete-fan experience on Sui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051560"/>
            <a:ext cx="822960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2880" y="1234440"/>
            <a:ext cx="2103120" cy="33375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1234440"/>
            <a:ext cx="210312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20040" y="2084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Creates Profile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" y="2633472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their myWorld profile with profession badge (Grappler, Footballer, etc.). Avatar and bio stored on Walrus.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267712" y="21488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423160" y="1234440"/>
            <a:ext cx="2103120" cy="33375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23160" y="1234440"/>
            <a:ext cx="21031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560320" y="2084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Content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2633472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posts text or media. Content is uploaded to Walrus decentralized storage with an on-chain proof.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07992" y="21488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2103120" cy="33375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234440"/>
            <a:ext cx="210312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24" name="Text 22"/>
          <p:cNvSpPr/>
          <p:nvPr/>
        </p:nvSpPr>
        <p:spPr>
          <a:xfrm>
            <a:off x="4800600" y="2084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Engage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00600" y="2633472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Fans follow, like, comment, and send direct messages. Every interaction creates a Sui transaction.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48272" y="214884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903720" y="1234440"/>
            <a:ext cx="2103120" cy="33375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03720" y="1234440"/>
            <a:ext cx="21031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371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800" dirty="0"/>
          </a:p>
        </p:txBody>
      </p:sp>
      <p:sp>
        <p:nvSpPr>
          <p:cNvPr id="30" name="Text 28"/>
          <p:cNvSpPr/>
          <p:nvPr/>
        </p:nvSpPr>
        <p:spPr>
          <a:xfrm>
            <a:off x="7040880" y="2084832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Forever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2633472"/>
            <a:ext cx="1874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social graph — every follow, every fan — lives on Sui blockchain. Athletes own it permanently.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2880" y="4645152"/>
            <a:ext cx="8778240" cy="54864"/>
          </a:xfrm>
          <a:prstGeom prst="rect">
            <a:avLst/>
          </a:prstGeom>
          <a:solidFill>
            <a:srgbClr val="00C4FF">
              <a:alpha val="30000"/>
            </a:srgbClr>
          </a:solidFill>
          <a:ln w="12700">
            <a:solidFill>
              <a:srgbClr val="00C4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massive, underserved market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Web3 disruption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2788920" cy="15087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508760"/>
            <a:ext cx="278892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276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1B+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1148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Championship fans across Asia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508760"/>
            <a:ext cx="2788920" cy="15087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508760"/>
            <a:ext cx="2788920" cy="457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6276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$30B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338328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combat sports market (2026 est.)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88920" cy="150876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08760"/>
            <a:ext cx="2788920" cy="4572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627632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355080" y="245059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Japan: fastest-growing MMA market globally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218688"/>
            <a:ext cx="8595360" cy="1325880"/>
          </a:xfrm>
          <a:prstGeom prst="rect">
            <a:avLst/>
          </a:prstGeom>
          <a:solidFill>
            <a:srgbClr val="131630"/>
          </a:solidFill>
          <a:ln w="635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3375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Championship x Sui?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3685032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Championship has 1B+ fans but no owned digital channel between athlete and fan. Every engagement goes through Instagram or YouTube — the athlete rents that relationship. myWorld gives athletes a direct, permanent, on-chain connection to their fans — starting with Sui testnet today, Mainnet-ready for Ariake Arena, April 29.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Sui-native, from day one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274320" y="1097280"/>
            <a:ext cx="822960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261872"/>
            <a:ext cx="8595360" cy="10058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261872"/>
            <a:ext cx="45720" cy="10058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3533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Blockchain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170078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Smart Contracts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88920" y="1353312"/>
            <a:ext cx="0" cy="82296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37160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graph, follows, likes, and content ownership are all Move objects on Sui. Every fan interaction is a verifiable on-chain event.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359152"/>
            <a:ext cx="8595360" cy="10058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359152"/>
            <a:ext cx="45720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5059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Storage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279806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Content Layer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88920" y="2450592"/>
            <a:ext cx="0" cy="82296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246888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Posts, profile media, and avatars are stored as Walrus blobs. Content cannot be deleted by any centralized party.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456432"/>
            <a:ext cx="8595360" cy="100584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456432"/>
            <a:ext cx="45720" cy="1005840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54787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React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02920" y="3895344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Application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88920" y="3547872"/>
            <a:ext cx="0" cy="82296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71800" y="3566160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backend handles API routing, JWT auth, and Sui transaction signing. Vite + React frontend delivers a fast, modern social UX.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74320" y="4526280"/>
            <a:ext cx="8595360" cy="18288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544568"/>
            <a:ext cx="8229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 →  Vite React (:5000)  →  Express API (:3001)  →  Sui testnet  +  Walrus  +  Neon Postgres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4800600"/>
            <a:ext cx="859536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84632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  ·  Powered by Sui  ·  Stored on Walrus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8046720" y="482803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74320" y="201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548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Sui Testnet today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6035040" y="502920"/>
            <a:ext cx="1097280" cy="347472"/>
          </a:xfrm>
          <a:prstGeom prst="rect">
            <a:avLst>
              <a:gd name="adj" fmla="val 15789"/>
            </a:avLst>
          </a:prstGeom>
          <a:solidFill>
            <a:srgbClr val="14532D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0" y="621792"/>
            <a:ext cx="91440" cy="914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521208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1097280"/>
            <a:ext cx="8229600" cy="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" y="157276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profiles with profession badge (28 options)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" y="19751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1975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creation — text &amp; media (stored on Walrus)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" y="23774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66928" y="2377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/ unfollow with follower counts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" y="27797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66928" y="2779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&amp; comment on posts (on-chain events)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31821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3182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messaging between users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188720"/>
            <a:ext cx="0" cy="3200400"/>
          </a:xfrm>
          <a:prstGeom prst="line">
            <a:avLst/>
          </a:prstGeom>
          <a:noFill/>
          <a:ln w="6350">
            <a:solidFill>
              <a:srgbClr val="1E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 Layer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663440" y="157276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956048" y="15727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notification feed (bell + badge)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663440" y="19751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56048" y="197510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flow (secure signup)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237744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56048" y="237744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Walrus blob ID visible on every post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277977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277977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transaction proof on all content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63440" y="318211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56048" y="31821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feed + search to find athletes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4370832"/>
            <a:ext cx="8595360" cy="320040"/>
          </a:xfrm>
          <a:prstGeom prst="rect">
            <a:avLst/>
          </a:prstGeom>
          <a:solidFill>
            <a:srgbClr val="131630"/>
          </a:solidFill>
          <a:ln w="6350">
            <a:solidFill>
              <a:srgbClr val="00C4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Testnet: Active  ·  Walrus Testnet: Active  ·  Smart Contracts: Deployed  ·  Full-Stack: Running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8072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4068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4068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4068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4068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4068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5216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5216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5216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216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6364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6364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67512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67512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7512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7512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8660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8660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08660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08660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8660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9808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9808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9808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0956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0956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0956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0956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2104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32104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2104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32104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32104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32104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732520" y="914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732520" y="86868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32520" y="164592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732520" y="242316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732520" y="320040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732520" y="3977640"/>
            <a:ext cx="45720" cy="45720"/>
          </a:xfrm>
          <a:prstGeom prst="ellipse">
            <a:avLst/>
          </a:prstGeom>
          <a:solidFill>
            <a:srgbClr val="00C4FF">
              <a:alpha val="2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22860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like.</a:t>
            </a:r>
            <a:endParaRPr lang="en-US" sz="4800" dirty="0"/>
          </a:p>
        </p:txBody>
      </p:sp>
      <p:sp>
        <p:nvSpPr>
          <p:cNvPr id="64" name="Text 62"/>
          <p:cNvSpPr/>
          <p:nvPr/>
        </p:nvSpPr>
        <p:spPr>
          <a:xfrm>
            <a:off x="594360" y="841248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follow.</a:t>
            </a:r>
            <a:endParaRPr lang="en-US" sz="4800" dirty="0"/>
          </a:p>
        </p:txBody>
      </p:sp>
      <p:sp>
        <p:nvSpPr>
          <p:cNvPr id="65" name="Text 63"/>
          <p:cNvSpPr/>
          <p:nvPr/>
        </p:nvSpPr>
        <p:spPr>
          <a:xfrm>
            <a:off x="594360" y="1453896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message.</a:t>
            </a:r>
            <a:endParaRPr lang="en-US" sz="4800" dirty="0"/>
          </a:p>
        </p:txBody>
      </p:sp>
      <p:sp>
        <p:nvSpPr>
          <p:cNvPr id="66" name="Text 64"/>
          <p:cNvSpPr/>
          <p:nvPr/>
        </p:nvSpPr>
        <p:spPr>
          <a:xfrm>
            <a:off x="594360" y="2212848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Sui. Forever.</a:t>
            </a:r>
            <a:endParaRPr lang="en-US" sz="3200" dirty="0"/>
          </a:p>
        </p:txBody>
      </p:sp>
      <p:sp>
        <p:nvSpPr>
          <p:cNvPr id="67" name="Shape 65"/>
          <p:cNvSpPr/>
          <p:nvPr/>
        </p:nvSpPr>
        <p:spPr>
          <a:xfrm>
            <a:off x="594360" y="2852928"/>
            <a:ext cx="4114800" cy="0"/>
          </a:xfrm>
          <a:prstGeom prst="line">
            <a:avLst/>
          </a:prstGeom>
          <a:noFill/>
          <a:ln w="12700">
            <a:solidFill>
              <a:srgbClr val="1E25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4360" y="29443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Web3 social layer for sports — starting with ONE Championship athletes at Ariake Arena, Tokyo, April 29, 2026.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594360" y="3657600"/>
            <a:ext cx="4389120" cy="868680"/>
          </a:xfrm>
          <a:prstGeom prst="rect">
            <a:avLst/>
          </a:prstGeom>
          <a:solidFill>
            <a:srgbClr val="131630"/>
          </a:solidFill>
          <a:ln w="9525">
            <a:solidFill>
              <a:srgbClr val="FFD16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4360" y="3657600"/>
            <a:ext cx="4389120" cy="5486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77240" y="3749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Mainnet deployment + ONE Championship pilot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777240" y="406908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First-place prize enables Sui Mainnet launch and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real athlete onboarding program with ONE Championship.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5486400" y="457200"/>
            <a:ext cx="3383280" cy="4297680"/>
          </a:xfrm>
          <a:prstGeom prst="rect">
            <a:avLst/>
          </a:prstGeom>
          <a:solidFill>
            <a:srgbClr val="131630"/>
          </a:solidFill>
          <a:ln w="6350">
            <a:solidFill>
              <a:srgbClr val="1E2545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486400" y="457200"/>
            <a:ext cx="3383280" cy="54864"/>
          </a:xfrm>
          <a:prstGeom prst="rect">
            <a:avLst/>
          </a:prstGeom>
          <a:solidFill>
            <a:srgbClr val="00C4FF"/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23560" y="594360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myWorld</a:t>
            </a:r>
            <a:endParaRPr lang="en-US" sz="3600" dirty="0"/>
          </a:p>
        </p:txBody>
      </p:sp>
      <p:sp>
        <p:nvSpPr>
          <p:cNvPr id="76" name="Text 74"/>
          <p:cNvSpPr/>
          <p:nvPr/>
        </p:nvSpPr>
        <p:spPr>
          <a:xfrm>
            <a:off x="5623560" y="1371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 scorecard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5623560" y="1719072"/>
            <a:ext cx="3063240" cy="457200"/>
          </a:xfrm>
          <a:prstGeom prst="rect">
            <a:avLst/>
          </a:prstGeom>
          <a:solidFill>
            <a:srgbClr val="0D0F2A"/>
          </a:solidFill>
          <a:ln w="3810">
            <a:solidFill>
              <a:srgbClr val="1E254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42432" y="17739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8001000" y="177393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0" name="Shape 78"/>
          <p:cNvSpPr/>
          <p:nvPr/>
        </p:nvSpPr>
        <p:spPr>
          <a:xfrm>
            <a:off x="5623560" y="2130552"/>
            <a:ext cx="918972" cy="36576"/>
          </a:xfrm>
          <a:prstGeom prst="rect">
            <a:avLst/>
          </a:prstGeom>
          <a:solidFill>
            <a:srgbClr val="00C4FF">
              <a:alpha val="6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23560" y="2286000"/>
            <a:ext cx="3063240" cy="457200"/>
          </a:xfrm>
          <a:prstGeom prst="rect">
            <a:avLst/>
          </a:prstGeom>
          <a:solidFill>
            <a:srgbClr val="0D0F2A"/>
          </a:solidFill>
          <a:ln w="3810">
            <a:solidFill>
              <a:srgbClr val="1E25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42432" y="234086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Impact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8001000" y="2340864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4" name="Shape 82"/>
          <p:cNvSpPr/>
          <p:nvPr/>
        </p:nvSpPr>
        <p:spPr>
          <a:xfrm>
            <a:off x="5623560" y="2697480"/>
            <a:ext cx="918972" cy="36576"/>
          </a:xfrm>
          <a:prstGeom prst="rect">
            <a:avLst/>
          </a:prstGeom>
          <a:solidFill>
            <a:srgbClr val="00C4FF">
              <a:alpha val="6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623560" y="2852928"/>
            <a:ext cx="3063240" cy="457200"/>
          </a:xfrm>
          <a:prstGeom prst="rect">
            <a:avLst/>
          </a:prstGeom>
          <a:solidFill>
            <a:srgbClr val="0D0F2A"/>
          </a:solidFill>
          <a:ln w="3810">
            <a:solidFill>
              <a:srgbClr val="1E25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42432" y="290779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Implementation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8001000" y="290779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5623560" y="3264408"/>
            <a:ext cx="918972" cy="36576"/>
          </a:xfrm>
          <a:prstGeom prst="rect">
            <a:avLst/>
          </a:prstGeom>
          <a:solidFill>
            <a:srgbClr val="00C4FF">
              <a:alpha val="6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623560" y="3419856"/>
            <a:ext cx="3063240" cy="457200"/>
          </a:xfrm>
          <a:prstGeom prst="rect">
            <a:avLst/>
          </a:prstGeom>
          <a:solidFill>
            <a:srgbClr val="0D0F2A"/>
          </a:solidFill>
          <a:ln w="3810">
            <a:solidFill>
              <a:srgbClr val="1E254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742432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Quality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8001000" y="347472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C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92" name="Shape 90"/>
          <p:cNvSpPr/>
          <p:nvPr/>
        </p:nvSpPr>
        <p:spPr>
          <a:xfrm>
            <a:off x="5623560" y="3831336"/>
            <a:ext cx="306324" cy="36576"/>
          </a:xfrm>
          <a:prstGeom prst="rect">
            <a:avLst/>
          </a:prstGeom>
          <a:solidFill>
            <a:srgbClr val="00C4FF">
              <a:alpha val="60000"/>
            </a:srgbClr>
          </a:solidFill>
          <a:ln w="12700">
            <a:solidFill>
              <a:srgbClr val="00C4FF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623560" y="44348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 x ONE Samurai  ·  Tokyo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myWorld — Sui x ONE Samurai Pitch Deck</dc:title>
  <dc:subject>PptxGenJS Presentation</dc:subject>
  <dc:creator>myWorld</dc:creator>
  <cp:lastModifiedBy>myWorld</cp:lastModifiedBy>
  <cp:revision>1</cp:revision>
  <dcterms:created xsi:type="dcterms:W3CDTF">2026-04-22T23:56:14Z</dcterms:created>
  <dcterms:modified xsi:type="dcterms:W3CDTF">2026-04-22T23:56:14Z</dcterms:modified>
</cp:coreProperties>
</file>